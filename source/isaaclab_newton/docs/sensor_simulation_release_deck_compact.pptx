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1094415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76B900"/>
                </a:solidFill>
                <a:latin typeface="Calibri"/>
              </a:rPr>
              <a:t>X-Ray–Guided Robotic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1094415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76B900"/>
                </a:solidFill>
                <a:latin typeface="Calibri"/>
              </a:rPr>
              <a:t>Catheter Intervention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Simulation Workflow — Release Status &amp;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Isaac for Healthcare   ·   NVIDIA Healthcare — Holoscan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CT ingestion → physics simulation → X-ray render → RL training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2773603" cy="1371600"/>
          </a:xfrm>
          <a:prstGeom prst="rect">
            <a:avLst/>
          </a:prstGeom>
          <a:solidFill>
            <a:srgbClr val="4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737360"/>
            <a:ext cx="262729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CT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103120"/>
            <a:ext cx="262729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DICOM/NIfTI → HU→μ → vessel seg → centerline → arrival map → SDF → 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9947" y="2194560"/>
            <a:ext cx="5486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4811" y="1691640"/>
            <a:ext cx="2773603" cy="1371600"/>
          </a:xfrm>
          <a:prstGeom prst="rect">
            <a:avLst/>
          </a:prstGeom>
          <a:solidFill>
            <a:srgbClr val="4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7963" y="1737360"/>
            <a:ext cx="262729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Physics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7963" y="2103120"/>
            <a:ext cx="262729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XPBD Cosserat rod (3 backends: PyTorch prod / self-contained Warp / Newton bridge)  ·  512 envs  ·  CUDA graphs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7559" y="2194560"/>
            <a:ext cx="5486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32423" y="1691640"/>
            <a:ext cx="2773603" cy="1371600"/>
          </a:xfrm>
          <a:prstGeom prst="rect">
            <a:avLst/>
          </a:prstGeom>
          <a:solidFill>
            <a:srgbClr val="4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5575" y="1737360"/>
            <a:ext cx="262729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X-Ray Rendering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5575" y="2103120"/>
            <a:ext cx="262729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Slang DiffDRR fused volume + catheter  ·  Beer-Lambert compositing  ·  DSA pipeline  ·  9 C-arm presets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2194560"/>
            <a:ext cx="5486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76B90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0035" y="1691640"/>
            <a:ext cx="2773603" cy="1371600"/>
          </a:xfrm>
          <a:prstGeom prst="rect">
            <a:avLst/>
          </a:prstGeom>
          <a:solidFill>
            <a:srgbClr val="4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187" y="1737360"/>
            <a:ext cx="262729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RL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187" y="2103120"/>
            <a:ext cx="2627299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E0E0E0"/>
                </a:solidFill>
                <a:latin typeface="Calibri"/>
              </a:rPr>
              <a:t>RSL-RL PPO  ·  state observations (Sprint 1)  ·  pixel/fluoro obs (Sprint 2)  ·  domain randomization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461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4F7A00"/>
                </a:solidFill>
                <a:latin typeface="Calibri"/>
              </a:rPr>
              <a:t>Key Data 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57600"/>
            <a:ext cx="1127729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CTA volume (μ array, 512³) ─────────────────────────────────────────────→ Slang ray-marcher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Vessel mesh + SDF ──────────────────────────────────────────────────────→ XCathRodSolver BVH collision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Rod positions (Warp tensor) ─────────────────────────────────────────────→ Slang catheter compositing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Fluoroscopy frame (H×W float) ──────────────────────────────────────────→ RL observation dict (Sprint 2)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202020"/>
                </a:solidFill>
                <a:latin typeface="Calibri"/>
              </a:rPr>
              <a:t>•  Reward signal ───────────────────────────────────────────────────────────→ RSL-RL PPO update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200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10528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Sprint 1 complete: CT ingestion → physics → X-ray render → state RL.  Sprint 2: fluoroscopy pixel obs + GPU detector physics + multi-env vessel collision.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X-Ray Fluoroscopy Pipeline —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645"/>
                <a:gridCol w="1833628"/>
                <a:gridCol w="4813273"/>
                <a:gridCol w="1833628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Multi-Env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Catheter physics solver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Production XPBD Cosserat rod (Warp + Newton bridge)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Yes (all 3 backends)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DRR volume rendering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Slang DiffDRR (differentiable autodiff)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Batched (renderDRR_forward_batched)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Catheter Beer-Lambert compositing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Fused GPU ray-march + CPU detector physics path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Batched (StructuredBuffer slice)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Volumetric instrument injection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Warp atomic-max kernels, ~2 ms / 64 nodes / 512³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Sprint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DSA pipeline (4-step)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DSAPipeline: contrast/mask DRR + scatter + jitter + boost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Sprint 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Bolus dynamics (temporal DSA)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VMTK centerline + Dijkstra arrival + gamma-variate C(t)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Sprint 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C-arm geometry + 9 vendor presets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GE, Siemens, Philips, Ziehm classmethod factories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Detector physics chain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Poisson + scatter + PSF + gamma + misregistration jitter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RL training pipeline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PPO via RSL-RL, state observations, 512 envs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Yes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Vessel mesh collision (catheter-in-vessel)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XCathRodSolver: SDF BVH + AABB/edge + track guidance (xcath_rod_solver.py)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Single-env (multi-env = Sprint 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Image-based RL observations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71C1C"/>
                          </a:solidFill>
                          <a:latin typeface="Calibri"/>
                        </a:rPr>
                        <a:t>✗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Planned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Sprint 2+ — pixel obs from fluoroscopy frames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Beam hardening (polyenergetic)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B71C1C"/>
                          </a:solidFill>
                          <a:latin typeface="Calibri"/>
                        </a:rPr>
                        <a:t>✗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Planned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Closes realism gap vs DeepDRR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XCATH Robotics — Partner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Real-time neurointerventional monitoring system · Jung-eun Park, AI/ML Engineer · March /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What XCATH Is Building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57607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Real-time monitoring system for neurointerventional surgery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3D vessel overlay on live fluoroscopy during catheter procedures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Required AI components: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1. Vessel segmentation on intra-op fluoroscopy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2. 2D/3D Registration: pre-op CTA ↔ intra-op fluoroscopy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The Bottleneck: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Paired training data (CTA + fluoroscopy + GT pose) does NOT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exist at scale — different modalities, acquisition times, positions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Why NVIDIA's Simulator: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Input: CTA volume + vessel mask + pose parameters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Output: Synthetic fluoroscopy / DSA image + exact GT 3D→2D pose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Unlimited paired data for registration &amp; segmentation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Simulation Methods Validated (March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39496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[OK] Method 1: DRR — base fluoroscopy from CTA volume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[OK] Method 2: Vessel Boost — μ × 8 on vessel-masked voxels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[OK] Method 3: DSA — mask subtraction + scatter/misregistration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[OK] Method 5: Bolus Centerline — VMTK + Dijkstra + gamma-variate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Next steps requested from NVIDIA: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• Synthetic dataset generation at scale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  (CTA + synth DSA + GT pose → train registration)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• 2D/3D registration model (PoseNet / DiffDRR architecture)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• Realism evaluation: FID, SSIM, vessel visibility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• 50-patient internal CTA+DSA paired dataset available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  (cannot be shared; used for validation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Source: XCATH Robotics × NVIDIA Technical Collaboration — March 2026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XCATH — April 2026 Progress &amp; Validated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Weekly Progress 2026-04 W2–W3 · FluoroSim vs DeepDRR · Selective injection · Dispersion correction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874519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035"/>
                <a:gridCol w="2979645"/>
                <a:gridCol w="4125663"/>
                <a:gridCol w="2062831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March 2026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April 2026 W1–W3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DSA rendering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Contrast-only (bone visible)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Mask subtraction + selective injection (F-8)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Blood flow model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v=150·(r/r_ref)^0.5, allometric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v=350·(r/2.0)², Hagen-Poiseuille (power=2)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Bolus delay match vs real DSA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5.6 s vs 2.13 s (2.6× off)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1.90 s vs 2.13 s (89% match)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Bolus dispersion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None — all voxels same shape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β_eff = β₀ + k·T + α/r  (2.55× asymmetry)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Selective injection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4 roots simultaneous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Feeding Trunk Excision F-8; 43.1% territory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FluoroSim vs DeepDRR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Qualitative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SSIM=0.964, MAE=9.3%, Pearson=0.981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Code quality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Monolithic scripts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Modular + 125 tests + adapter.py + Dockerfile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DONE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Multi-patient validation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Patient #1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2–3 more patients needed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[PEND] Blocked on data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44068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02020"/>
                </a:solidFill>
                <a:latin typeface="Calibri"/>
              </a:rPr>
              <a:t>Remaining Gaps Identified by XCATH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Calibri"/>
              </a:rPr>
              <a:t>•  Beam hardening (monoenergetic): noise CV sim 0.47 vs real 1.46 (3.1×) — requires polyenergetic rendering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Calibri"/>
              </a:rPr>
              <a:t>•  Iodine K-edge (33.2 keV): 70 keV misses 2.5× μ jump → DSA vessel signal weaker than real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Calibri"/>
              </a:rPr>
              <a:t>•  Focal-spot blur: point-source renderer → vessels appear crisper than clinical (mitigation: multi-source render)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>
                <a:solidFill>
                  <a:srgbClr val="202020"/>
                </a:solidFill>
                <a:latin typeface="Calibri"/>
              </a:rPr>
              <a:t>•  Finer distal cortical branches: limited by CTA annotation density — not a simulator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Key finding: monoenergetic rendering (70 keV) is practically sufficient for cerebral DSA (beam hardening cancels in mask subtraction; SSIM=0.964 vs DeepDRR polyenergetic). Source: XCATH Robotics × NVIDIA — April 2026 W2–W3.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37160" cy="2286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Current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What is built, integrated, and measured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X-Ray Performance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849"/>
                <a:gridCol w="2062831"/>
                <a:gridCol w="3208849"/>
                <a:gridCol w="2979645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Current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Single-env physics FPS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&gt;1,000 Hz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~1,300 Hz (20 seg, A6000)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Achieved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Slang GPU compositing (fused)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&lt;5 ms @ 512²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~40 ms (~25 FPS)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Single GPU ray march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CPU Beer-Lambert compositing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&lt;2 ms/frame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~200–500 ms/frame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NumPy; Warp port → 30+ FPS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Multi-env physics (batched XPBD)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&gt;60 Hz @ 512 envs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Available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Batched block-Thomas + CUDA-graph capture; all 3 backends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Multi-env Slang rendering (batched)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&gt;60 Hz @ 512 envs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F6C00"/>
                          </a:solidFill>
                          <a:latin typeface="Calibri"/>
                        </a:rPr>
                        <a:t>◐ </a:t>
                      </a:r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 ~25 FPS @ N=1; similar at N≤4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RWStructuredBuffer path live; Texture2DArray upgrade for N&gt;8 = Sprint 2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RL Training Pipeline (State-Based)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645"/>
                <a:gridCol w="8480529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Multi-env production solver, proximal push/rotate control, distance-to-target reward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RSL-RL wrapper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Standard VecEnv adapter for RSL-RL PPO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PPO config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Tuned hyperparameters for catheter navigation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Training entry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512 parallel environments, 1500 max iterations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Smoke test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02020"/>
                          </a:solidFill>
                          <a:latin typeface="Calibri"/>
                        </a:rPr>
                        <a:t>Validates environment without RL dependencies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212080"/>
            <a:ext cx="1146017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EF6C00"/>
                </a:solidFill>
                <a:latin typeface="Calibri"/>
              </a:rPr>
              <a:t>State-based only today. Pixel/fluoroscopy observations land in Sprint 2+.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37160" cy="2286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This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Sprint 1 — features shipping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This Release — Completed Deliverables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Across IsaacLab catheter solver + i4h-sensor-simulation-internal fluoro-simulator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874519"/>
          <a:ext cx="11460175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105"/>
                <a:gridCol w="4584070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 / Location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Beer-Lambert compositing (physically-correct transmission)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CPU + Slang GPU paths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Slang GPU fused DRR + catheter single ray march (depth-correct)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diffdrr_slang.slang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Per-segment attenuation profile (5-zone catheter model)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Cone-beam magnification of projected catheter radius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Detector physics: Poisson + scatter + PSF + gamma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realism.py apply_realism()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Misregistration jitter (sub-pixel patient motion)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realism.apply_misregistration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DSA pipeline (4-step: mask + contrast + subtract + post-process)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dsa.py DSAPipeline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Vessel boost (μ × A=8) on vessel-masked voxels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vasculature.apply_vessel_boost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VMTK centerline extraction + Dijkstra arrival map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vasculature.py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Gamma-variate bolus model + per-frame contrast volume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vasculature.gamma_variate / build_contrast_volume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Per-frame μ update in cine rendering (volume_callback)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simulator.render_cine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Volumetric instrument injection (max-attenuation, GPU)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instrument-injection (Warp atomic_max)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9 vendor C-arm presets (GE, Siemens, Philips, Ziehm)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CarmGeometry classmethods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Differentiable rendering (Slang autodiff, 6-DOF pose gradients)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renderDRR_backward kernel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Proximal kinematic control API (push / rotate)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Self-contained XPBD: multi-env batched kernels (1 GPU thread / rod)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xpbd_rod_solver.py _BatchedWorkspace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GPU-side root control: apply_proximal_control_gpu + set_root_orientation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CUDA-graph capturable, no CPU sync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CUDA-graph capture for the substep loop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Auto-captured / replayed in step()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Floor collision restitution (0..1)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Parity with Newton upstream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RL state-based training pipeline (PPO @ 512 envs)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Multi-env Slang fluoroscopy renderer (batched GPU dispatch)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renderDRR_forward_batched, StructuredBuffer&lt;Pose/CatheterSegment&gt;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Newton XPBD wrapper: multi-env unlocked (num_envs restriction removed)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newton_xpbd_rod_wrapper.py — uses Newton _BatchedRodWorkspace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E2E workflow validated: catheter motion visible in Beer-Lambert + Slang renders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35 mm traversal, correct Beer-Lambert polarity, NiTi μ_profile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XPBDRodSolver: pre/post-constraint hooks (_pre/_post_constraints_hook)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Extension points added to _substep + _substep_batched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XCathRodSolver: vessel mesh collision (SDF BVH path)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xcath_rod_solver.py — _project_vessel_containment_kernel (wp.mesh_query_point_sign_normal)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XCathRodSolver: AABB/edge collision path (vertex + segment vs mesh-edge)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_project_mesh_vertex/edge_collision_kernel_averaged (wp.mesh_query_aabb)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XCathRodSolver: track-guided insertion + configurable collision ordering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_track_sliding_kernel; pre/post-constraint stage; Gauss-Seidel iterations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E2E vessel collision validation: catheter constrained in synthetic aortic tube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100" b="0">
                          <a:solidFill>
                            <a:srgbClr val="202020"/>
                          </a:solidFill>
                          <a:latin typeface="Calibri"/>
                        </a:rPr>
                        <a:t> docs/e2e_vessel/ — tip follows vessel Z-undulation under gravity + push control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This Release — Closed Gaps vs XCATH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554480"/>
          <a:ext cx="11460174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13273"/>
                <a:gridCol w="2521238"/>
                <a:gridCol w="4125663"/>
              </a:tblGrid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This Release</a:t>
                      </a:r>
                    </a:p>
                  </a:txBody>
                  <a:tcPr marL="73152" marR="73152" marT="36576" marB="36576">
                    <a:solidFill>
                      <a:srgbClr val="76B900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Catheter Beer-Lambert compositing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Fused GPU + CPU path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Per-segment attenuation profile (5-zone)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tungsten / nitinol / polymer / platinum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Detector physics (Poisson + scatter + PSF)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realism.py apply_realism()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DSA pipeline (4-step: contrast / mask / subtract / post)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dsa.py DSAPipeline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Vessel boost (μ × A=8)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vasculature.apply_vessel_boost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Bolus dynamics — gamma-variate C(t) + per-frame μ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build_contrast_volume + render_cine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VMTK centerline + Dijkstra arrival map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extract_centerlines + compute_arrival_map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Gamma correction (γ=0.8 clinical display TF)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In RealismConfig + DSASettings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Physical scatter convolution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Partial (2D veiling only)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realism.apply_scatter (Gaussian)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Misregistration jitter (DSA mask motion)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realism.apply_misregistration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C-arm clinical presets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Partial (docstrings only)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9 vendor classmethod factories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Cone-beam magnification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Implemented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Per-frame μ update in cine rendering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render_cine(volume_callback=…)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Max-attenuation volumetric instrument injection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Warp atomic_max kernels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Fused GPU DRR + catheter (single ray march)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NEW capability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State-based RL pipeline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PPO @ 512 envs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Multi-env XPBD (self-contained solver)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Single env only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Batched block-Thomas, 1 GPU thread/rod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GPU-side proximal control (no CPU sync)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CPU-bridged via PyTorch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apply_proximal_control_gpu kernel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CUDA-graph capture of substep loop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Per-step launch overhead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Auto-captured in step()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Multi-env Slang fluoroscopy renderer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Single-env only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renderDRR_forward_batched (dispatchThreadID.z)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Newton XPBD wrapper multi-env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Single-env restriction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num_envs restriction removed; uses _BatchedRodWorkspace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E2E catheter motion in renders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Not validated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35 mm traversal, correct polarity, NiTi μ_profile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Vessel mesh collision (catheter-in-vessel containment)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Not implemented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XCathRodSolver: SDF BVH + AABB/edge + track guidance (xcath_rod_solver.py)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XPBD pre/post-constraint extension hooks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Single _project_predicted_positions hook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_pre/_post_constraints_hook in _substep + _substep_batched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E2E vessel collision validation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No anatomical constraint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✓ </a:t>
                      </a:r>
                      <a:r>
                        <a:rPr sz="1000" b="0">
                          <a:solidFill>
                            <a:srgbClr val="202020"/>
                          </a:solidFill>
                          <a:latin typeface="Calibri"/>
                        </a:rPr>
                        <a:t> Catheter tip follows vessel Z-undulation against gravity (docs/e2e_vessel/)</a:t>
                      </a:r>
                    </a:p>
                  </a:txBody>
                  <a:tcPr marL="73152" marR="73152" marT="36576" marB="36576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XCathRodSolver — Vessel Mesh Collision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xcath_rod_solver.py — ported from Newton xpbd_rods_solver_integr branch (Przemek Korzeniowski)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5760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XCathRodSolver(XPBDRodSolver)  </a:t>
            </a:r>
            <a:r>
              <a:rPr sz="1000">
                <a:solidFill>
                  <a:srgbClr val="202020"/>
                </a:solidFill>
                <a:latin typeface="Calibri"/>
              </a:rPr>
              <a:t>— Subclass — no changes to base solver interface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_pre_constraints_hook(ws, dt, dev)  </a:t>
            </a:r>
            <a:r>
              <a:rPr sz="1000">
                <a:solidFill>
                  <a:srgbClr val="202020"/>
                </a:solidFill>
                <a:latin typeface="Calibri"/>
              </a:rPr>
              <a:t>— Vessel containment before XPBD solve (optional)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_post_constraints_hook(ws, dt, dev)  </a:t>
            </a:r>
            <a:r>
              <a:rPr sz="1000">
                <a:solidFill>
                  <a:srgbClr val="202020"/>
                </a:solidFill>
                <a:latin typeface="Calibri"/>
              </a:rPr>
              <a:t>— Track guidance + vessel containment after XPBD solve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collision_mesh: wp.Mesh  </a:t>
            </a:r>
            <a:r>
              <a:rPr sz="1000">
                <a:solidFill>
                  <a:srgbClr val="202020"/>
                </a:solidFill>
                <a:latin typeface="Calibri"/>
              </a:rPr>
              <a:t>— Arbitrary closed triangle mesh (BVH auto-built by Warp)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track_start / track_dir / track_length  </a:t>
            </a:r>
            <a:r>
              <a:rPr sz="1000">
                <a:solidFill>
                  <a:srgbClr val="202020"/>
                </a:solidFill>
                <a:latin typeface="Calibri"/>
              </a:rPr>
              <a:t>— Insertion axis — non-tip particles snap to axis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tip_num_edges  </a:t>
            </a:r>
            <a:r>
              <a:rPr sz="1000">
                <a:solidFill>
                  <a:srgbClr val="202020"/>
                </a:solidFill>
                <a:latin typeface="Calibri"/>
              </a:rPr>
              <a:t>— Distal free-tip segment count (steerable, unconstrained)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collision_iterations  </a:t>
            </a:r>
            <a:r>
              <a:rPr sz="1000">
                <a:solidFill>
                  <a:srgbClr val="202020"/>
                </a:solidFill>
                <a:latin typeface="Calibri"/>
              </a:rPr>
              <a:t>— Gauss-Seidel passes per substep (default 2)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00" b="1">
                <a:solidFill>
                  <a:srgbClr val="4F7A00"/>
                </a:solidFill>
                <a:latin typeface="Courier New"/>
              </a:rPr>
              <a:t>sign_scale / target_phi / max_dist  </a:t>
            </a:r>
            <a:r>
              <a:rPr sz="1000">
                <a:solidFill>
                  <a:srgbClr val="202020"/>
                </a:solidFill>
                <a:latin typeface="Calibri"/>
              </a:rPr>
              <a:t>— SDF convention, clearance offset, BVH search radius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02020"/>
                </a:solidFill>
                <a:latin typeface="Calibri"/>
              </a:rPr>
              <a:t>Two Collision Paths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40280"/>
            <a:ext cx="5394960" cy="374903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SDF path (default): wp.mesh_query_point_sign_normal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BVH signed-distance, ~O(log N) per particle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Push particle to target_phi clearance from wall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Supports smooth vertex normals (area-weighted)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AABB / edge path (use for tight curvature):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_project_mesh_vertex_collision_kernel_averaged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   AABB broadphase, vertex-vs-triangle contacts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_project_mesh_edge_collision_kernel_averaged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   Rod-segment vs mesh-edge closest-point contacts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→ Corrections flushed atomically per Gauss-Seidel iter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E2E validation: synthetic aortic tube (13 mm radius,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Z-undulating path). Tip tracks vessel Z-curve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202020"/>
                </a:solidFill>
                <a:latin typeface="Calibri"/>
              </a:rPr>
              <a:t>•    against gravity (Δz = +2.7 mm over 40 mm push).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77295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Base class XPBDRodSolver now exposes _pre/_post_constraints_hook in both _substep (single-env) and _substep_batched (multi-env) for future per-env mesh collision at 512+ envs.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137160" cy="228600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76B900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3464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Next Release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1109441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Sprint 2 — Texture2DArray, multi-env vessel collision, image observations.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Next Release — X-Ray Sprint 2 (Weeks 3–4)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Calibri"/>
              </a:rPr>
              <a:t>Theme: Image observations &amp; GPU detector physics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1094415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[OK] Multi-env Slang renderer COMPLETED — batched renderDRR_forward_batched dispatch is live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[OK] Vessel mesh collision COMPLETED — XCathRodSolver: SDF BVH + AABB/edge path + track-guided insertion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Texture2DArray upgrade for Slang path — improves texture cache hit rate at N&gt;8 envs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Multi-env vessel collision — extend XCathRodSolver to _substep_batched (one mesh per env)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Image-based RL observations — wire multi-env fluoroscopy frames into RL observation dict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GPU-side detector physics — port scatter / PSF / Poisson from NumPy realism.py to Slang/Warp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202020"/>
                </a:solidFill>
                <a:latin typeface="Calibri"/>
              </a:rPr>
              <a:t>•  End-to-end multi-env benchmark: physics + rendering + RL @ 512 envs; target &gt;60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1094415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Status today: all three XPBD backends are multi-env. Batched Slang renderer is live. Vessel mesh collision (single-env) is now implemented via XCathRodSolver. Remaining Sprint 2 items: Texture2DArray, multi-env vessel collision, image-based RL observations, and GPU-side detector physics.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73152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Calibri"/>
              </a:rPr>
              <a:t>NVIDIA Healthcare — Holoscan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4F7A00"/>
                </a:solidFill>
                <a:latin typeface="Calibri"/>
              </a:rPr>
              <a:t>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914400" cy="3657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545003" cy="4572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254500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254500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X-Ray fluoroscopy pipeline implemented end-to-end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Fused GPU Beer-Lambert at ~25 FPS, physics ~1,300 Hz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DSA + bolus + vessel boost + 9 vendor C-arm presets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Volumetric instrument injection (atomic-max, ~2 ms)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State-based PPO @ 512 envs operational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7923" y="1554480"/>
            <a:ext cx="2545003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7923" y="1600200"/>
            <a:ext cx="254500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THIS 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7923" y="2103120"/>
            <a:ext cx="254500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Full DSA pipeline (4-step) + temporal bolus dynamics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Detector physics: Poisson + scatter + PSF + gamma + jitter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Self-contained XPBD: batched + GPU control + CUDA graphs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Multi-env Slang renderer: renderDRR_forward_batched live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Newton XPBD wrapper: multi-env unlocked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E2E validated: 35 mm catheter traversal in Slang renders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Vessel mesh collision: XCathRodSolver (SDF BVH + AABB/edge + track)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21+ XCATH-required capabilities CLOSED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30087" y="1554480"/>
            <a:ext cx="2545003" cy="4572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30087" y="1600200"/>
            <a:ext cx="254500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NEXT 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0087" y="2103120"/>
            <a:ext cx="254500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Texture2DArray upgrade (N&gt;8 env cache efficiency)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Multi-env vessel collision (one mesh per env)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Image-based RL observations (pixel obs)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GPU-side detector physics on Slang path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Beam hardening (polyenergetic correction)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251" y="1554480"/>
            <a:ext cx="2545003" cy="457200"/>
          </a:xfrm>
          <a:prstGeom prst="rect">
            <a:avLst/>
          </a:prstGeom>
          <a:solidFill>
            <a:srgbClr val="4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251" y="1600200"/>
            <a:ext cx="2545003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FOLLOWING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251" y="2103120"/>
            <a:ext cx="2545003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Sprint 3 training readiness (DR, Gymnasium, per-task graphs)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Phase 2 skill packaging (7 OpenClaw skills)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Phase 3 agent integration (NL → config → eval loop)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Realism metrics (FID / SSIM / vessel visibility)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>
                <a:solidFill>
                  <a:srgbClr val="202020"/>
                </a:solidFill>
                <a:latin typeface="Calibri"/>
              </a:rPr>
              <a:t>• Workflow extensions: F/T, CBCT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11460175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Calibri"/>
              </a:rPr>
              <a:t>NVIDIA Healthcare — Holoscan Team   ·  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9441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7200" b="1">
                <a:solidFill>
                  <a:srgbClr val="76B900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X-Ray–Guided Robotic Catheter Intervention — Isaac for Healthcare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10944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E0E0E0"/>
                </a:solidFill>
                <a:latin typeface="Calibri"/>
              </a:rPr>
              <a:t>NVIDIA Healthcare — Holoscan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