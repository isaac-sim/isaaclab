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11094415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800" b="1">
                <a:solidFill>
                  <a:srgbClr val="76B900"/>
                </a:solidFill>
                <a:latin typeface="Calibri"/>
              </a:rPr>
              <a:t>X-Ray–Guided Robotic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11094415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800" b="1">
                <a:solidFill>
                  <a:srgbClr val="76B900"/>
                </a:solidFill>
                <a:latin typeface="Calibri"/>
              </a:rPr>
              <a:t>Catheter Intervention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1109441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Calibri"/>
              </a:rPr>
              <a:t>Simulation Workflow — Release Status &amp;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46320"/>
            <a:ext cx="1109441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E0E0E0"/>
                </a:solidFill>
                <a:latin typeface="Calibri"/>
              </a:rPr>
              <a:t>Isaac for Healthcare   ·   NVIDIA Healthcare — Holoscan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X-Ray–Guided Robotic Catheter Intervention — Isaac for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7315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NVIDIA Healthcare — Holoscan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4F7A00"/>
                </a:solidFill>
                <a:latin typeface="Calibri"/>
              </a:rPr>
              <a:t>Agenda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9144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728655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2200" b="1">
                <a:solidFill>
                  <a:srgbClr val="202020"/>
                </a:solidFill>
                <a:latin typeface="Calibri"/>
              </a:rPr>
              <a:t>•  Executive Snapshot — where the X-Ray catheter workflow is today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Calibri"/>
              </a:rPr>
              <a:t>•  Current Status — what's running, with numbers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Calibri"/>
              </a:rPr>
              <a:t>•  This Release — features shipping now (Sprint 1)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Calibri"/>
              </a:rPr>
              <a:t>•  Next Release — Sprint 2 priorities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Calibri"/>
              </a:rPr>
              <a:t>•  Following Releases — Sprint 3 &amp; agentic workflow phases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Calibri"/>
              </a:rPr>
              <a:t>•  Workflow Enhancements — adjacent capabilities on the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NVIDIA Healthcare — Holoscan Team   ·   2 / 35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X-Ray–Guided Robotic Catheter Intervention — Isaac for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7315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NVIDIA Healthcare — Holoscan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4F7A00"/>
                </a:solidFill>
                <a:latin typeface="Calibri"/>
              </a:rPr>
              <a:t>XCATH Robotics — Partner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Real-time neurointerventional monitoring system · Jung-eun Park, AI/ML Engineer · March / April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9144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02020"/>
                </a:solidFill>
                <a:latin typeface="Calibri"/>
              </a:rPr>
              <a:t>What XCATH Is Building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40280"/>
            <a:ext cx="576072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Real-time monitoring system for neurointerventional surgery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  → 3D vessel overlay on live fluoroscopy during catheter procedures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Required AI components: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  1. Vessel segmentation on intra-op fluoroscopy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  2. 2D/3D Registration: pre-op CTA ↔ intra-op fluoroscopy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The Bottleneck: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  Paired training data (CTA + fluoroscopy + GT pose) does NOT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  exist at scale — different modalities, acquisition times, positions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Why NVIDIA's Simulator: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  Input: CTA volume + vessel mask + pose parameters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  Output: Synthetic fluoroscopy / DSA image + exact GT 3D→2D pose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  → Unlimited paired data for registration &amp; segmentation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02020"/>
                </a:solidFill>
                <a:latin typeface="Calibri"/>
              </a:rPr>
              <a:t>Simulation Methods Validated (March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40280"/>
            <a:ext cx="539496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[OK] Method 1: DRR — base fluoroscopy from CTA volume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[OK] Method 2: Vessel Boost — μ × 8 on vessel-masked voxels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[OK] Method 3: DSA — mask subtraction + scatter/misregistration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[OK] Method 5: Bolus Centerline — VMTK + Dijkstra + gamma-variate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Next steps requested from NVIDIA: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  • Synthetic dataset generation at scale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    (CTA + synth DSA + GT pose → train registration)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  • 2D/3D registration model (PoseNet / DiffDRR architecture)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  • Realism evaluation: FID, SSIM, vessel visibility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  • 50-patient internal CTA+DSA paired dataset available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    (cannot be shared; used for validation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Source: XCATH Robotics × NVIDIA Technical Collaboration — March 2026 presentation.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NVIDIA Healthcare — Holoscan Team   ·   3 / 35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X-Ray–Guided Robotic Catheter Intervention — Isaac for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7315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NVIDIA Healthcare — Holoscan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4F7A00"/>
                </a:solidFill>
                <a:latin typeface="Calibri"/>
              </a:rPr>
              <a:t>XCATH — April 2026 Progress &amp; Validated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Weekly Progress 2026-04 W2–W3 · FluoroSim vs DeepDRR · Selective injection · Dispersion correction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9144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874519"/>
          <a:ext cx="11460174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2035"/>
                <a:gridCol w="2979645"/>
                <a:gridCol w="4125663"/>
                <a:gridCol w="2062831"/>
              </a:tblGrid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March 2026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April 2026 W1–W3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DSA rendering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Contrast-only (bone visible)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Mask subtraction + selective injection (F-8)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DONE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Blood flow model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v=150·(r/r_ref)^0.5, allometric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v=350·(r/2.0)², Hagen-Poiseuille (power=2)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DONE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Bolus delay match vs real DSA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5.6 s vs 2.13 s (2.6× off)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1.90 s vs 2.13 s (89% match)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DONE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Bolus dispersion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None — all voxels same shape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β_eff = β₀ + k·T + α/r  (2.55× asymmetry)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DONE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Selective injection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4 roots simultaneous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Feeding Trunk Excision F-8; 43.1% territory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DONE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FluoroSim vs DeepDRR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Qualitative only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SSIM=0.964, MAE=9.3%, Pearson=0.981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DONE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Code quality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Monolithic scripts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Modular + 125 tests + adapter.py + Dockerfile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DONE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Multi-patient validation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Patient #1 only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2–3 more patients needed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[PEND] Blocked on data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440680"/>
            <a:ext cx="1127729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02020"/>
                </a:solidFill>
                <a:latin typeface="Calibri"/>
              </a:rPr>
              <a:t>Remaining Gaps Identified by XCATH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06440"/>
            <a:ext cx="11277295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202020"/>
                </a:solidFill>
                <a:latin typeface="Calibri"/>
              </a:rPr>
              <a:t>•  Beam hardening (monoenergetic): noise CV sim 0.47 vs real 1.46 (3.1×) — requires polyenergetic rendering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202020"/>
                </a:solidFill>
                <a:latin typeface="Calibri"/>
              </a:rPr>
              <a:t>•  Iodine K-edge (33.2 keV): 70 keV misses 2.5× μ jump → DSA vessel signal weaker than real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202020"/>
                </a:solidFill>
                <a:latin typeface="Calibri"/>
              </a:rPr>
              <a:t>•  Focal-spot blur: point-source renderer → vessels appear crisper than clinical (mitigation: multi-source render)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202020"/>
                </a:solidFill>
                <a:latin typeface="Calibri"/>
              </a:rPr>
              <a:t>•  Finer distal cortical branches: limited by CTA annotation density — not a simulator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Key finding: monoenergetic rendering (70 keV) is practically sufficient for cerebral DSA (beam hardening cancels in mask subtraction; SSIM=0.964 vs DeepDRR polyenergetic). Source: XCATH Robotics × NVIDIA — April 2026 W2–W3.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NVIDIA Healthcare — Holoscan Team   ·   4 / 35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X-Ray–Guided Robotic Catheter Intervention — Isaac for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7315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NVIDIA Healthcare — Holoscan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4F7A00"/>
                </a:solidFill>
                <a:latin typeface="Calibri"/>
              </a:rPr>
              <a:t>Executive Snapshot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9144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094415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0">
                <a:solidFill>
                  <a:srgbClr val="202020"/>
                </a:solidFill>
                <a:latin typeface="Calibri"/>
              </a:rPr>
              <a:t>•  X-Ray fluoroscopy simulation pipeline validated end-to-end: physics + Beer-Lambert compositing + Slang GPU fused render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0">
                <a:solidFill>
                  <a:srgbClr val="202020"/>
                </a:solidFill>
                <a:latin typeface="Calibri"/>
              </a:rPr>
              <a:t>•  Fused volume + catheter Beer-Lambert compositing: ~25 FPS single-env; batched multi-env Slang renderer NOW IMPLEMENTED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0">
                <a:solidFill>
                  <a:srgbClr val="202020"/>
                </a:solidFill>
                <a:latin typeface="Calibri"/>
              </a:rPr>
              <a:t>•  All three XPBD rod backends now multi-env: production (PyTorch) + self-contained (Warp) + Newton bridge wrapper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0">
                <a:solidFill>
                  <a:srgbClr val="202020"/>
                </a:solidFill>
                <a:latin typeface="Calibri"/>
              </a:rPr>
              <a:t>•  Self-contained XPBD: batched block-Thomas + GPU root control + CUDA-graph capture + floor restitution + 4 solver backends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0">
                <a:solidFill>
                  <a:srgbClr val="202020"/>
                </a:solidFill>
                <a:latin typeface="Calibri"/>
              </a:rPr>
              <a:t>•  Full detector physics chain: Poisson + scatter + PSF + gamma + misregistration jitter (CPU path; GPU port = Sprint 2)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0">
                <a:solidFill>
                  <a:srgbClr val="202020"/>
                </a:solidFill>
                <a:latin typeface="Calibri"/>
              </a:rPr>
              <a:t>•  Full DSA pipeline (4-step) + vessel boost + gamma-variate bolus dynamics + VMTK/Dijkstra arrival map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0">
                <a:solidFill>
                  <a:srgbClr val="202020"/>
                </a:solidFill>
                <a:latin typeface="Calibri"/>
              </a:rPr>
              <a:t>•  Volumetric instrument injection via Warp atomic-max compositing (~2 ms / 64 nodes / 512³)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0">
                <a:solidFill>
                  <a:srgbClr val="202020"/>
                </a:solidFill>
                <a:latin typeface="Calibri"/>
              </a:rPr>
              <a:t>•  9 vendor C-arm presets (GE, Siemens, Philips, Ziehm) + state-based RL (PPO, 512 envs)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0">
                <a:solidFill>
                  <a:srgbClr val="202020"/>
                </a:solidFill>
                <a:latin typeface="Calibri"/>
              </a:rPr>
              <a:t>•  E2E validated: catheter traverses 35 mm across cranial anatomy in Slang fused render with correct Beer-Lambert polarity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0">
                <a:solidFill>
                  <a:srgbClr val="202020"/>
                </a:solidFill>
                <a:latin typeface="Calibri"/>
              </a:rPr>
              <a:t>•  Vessel mesh collision: XCathRodSolver ported from Newton xcath branch — SDF BVH + AABB/edge kernels + track-guided insertion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0">
                <a:solidFill>
                  <a:srgbClr val="202020"/>
                </a:solidFill>
                <a:latin typeface="Calibri"/>
              </a:rPr>
              <a:t>•  Critical remaining gap: image-based RL observations + GPU-side detector physics + beam hardening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NVIDIA Healthcare — Holoscan Team   ·   5 / 35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X-Ray–Guided Robotic Catheter Intervention — Isaac for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7315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NVIDIA Healthcare — Holoscan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4F7A00"/>
                </a:solidFill>
                <a:latin typeface="Calibri"/>
              </a:rPr>
              <a:t>X-Ray Fluoroscopy Pipeline — At a Glance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9144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554480"/>
          <a:ext cx="11460174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9645"/>
                <a:gridCol w="1833628"/>
                <a:gridCol w="4813273"/>
                <a:gridCol w="1833628"/>
              </a:tblGrid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Implementation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Multi-Env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Catheter physics solver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Implemented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Production XPBD Cosserat rod (Warp + Newton bridge)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Yes (all 3 backends)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DRR volume rendering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Implemented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Slang DiffDRR (differentiable autodiff)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Batched (renderDRR_forward_batched)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Catheter Beer-Lambert compositing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Implemented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Fused GPU ray-march + CPU detector physics path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Batched (StructuredBuffer slice)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Volumetric instrument injection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Implemented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Warp atomic-max kernels, ~2 ms / 64 nodes / 512³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Sprint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DSA pipeline (4-step)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Implemented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DSAPipeline: contrast/mask DRR + scatter + jitter + boost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Sprint 2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Bolus dynamics (temporal DSA)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Implemented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VMTK centerline + Dijkstra arrival + gamma-variate C(t)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Sprint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C-arm geometry + 9 vendor presets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Implemented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GE, Siemens, Philips, Ziehm classmethod factories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Detector physics chain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Implemented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Poisson + scatter + PSF + gamma + misregistration jitter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RL training pipeline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Implemented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PPO via RSL-RL, state observations, 512 envs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Yes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Vessel mesh collision (catheter-in-vessel)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Implemented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XCathRodSolver: SDF BVH + AABB/edge + track guidance (xcath_rod_solver.py)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Single-env (multi-env = Sprint 2)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Image-based RL observations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71C1C"/>
                          </a:solidFill>
                          <a:latin typeface="Calibri"/>
                        </a:rPr>
                        <a:t>✗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Planned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Sprint 2+ — pixel obs from fluoroscopy frames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Beam hardening (polyenergetic)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71C1C"/>
                          </a:solidFill>
                          <a:latin typeface="Calibri"/>
                        </a:rPr>
                        <a:t>✗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Planned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Closes realism gap vs DeepDRR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NVIDIA Healthcare — Holoscan Team   ·   6 / 35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377440"/>
            <a:ext cx="137160" cy="22860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1109441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34640"/>
            <a:ext cx="1109441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Current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1109441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E0E0E0"/>
                </a:solidFill>
                <a:latin typeface="Calibri"/>
              </a:rPr>
              <a:t>What is built, integrated, and measured today.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NVIDIA Healthcare — Holoscan Team   ·   7 / 35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X-Ray–Guided Robotic Catheter Intervention — Isaac for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7315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NVIDIA Healthcare — Holoscan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4F7A00"/>
                </a:solidFill>
                <a:latin typeface="Calibri"/>
              </a:rPr>
              <a:t>Catheter Physics — Three Solver Backends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9144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554480"/>
          <a:ext cx="11460174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0442"/>
                <a:gridCol w="2979645"/>
                <a:gridCol w="2062831"/>
                <a:gridCol w="3667256"/>
              </a:tblGrid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Solver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Multi-Env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Key Features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Production XPBD Cosserat rod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Production-grade solver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 Yes (batched)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Mesh BVH collisions, proximal kinematic control, direct solve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Self-contained XPBD solver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Block-Thomas O(n) direct solve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 Yes (1 thread/rod)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Batched kernels, floor restitution, GPU root control, CUDA-graph capture, zero Newton dependency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Newton XPBD bridge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External bridge to Newton's XPBD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 Multi-env (num_envs restriction removed; uses Newton _BatchedRodWorkspace)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Wraps Newton's block-tridiagonal JMJT solver (PR #1981); no CUDA-graph capture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5120640"/>
            <a:ext cx="1146017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All three expose 3D centerline positions in metres, scaled ×1000 → mm for the compositing pipeline.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NVIDIA Healthcare — Holoscan Team   ·   8 / 35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X-Ray–Guided Robotic Catheter Intervention — Isaac for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7315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NVIDIA Healthcare — Holoscan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4F7A00"/>
                </a:solidFill>
                <a:latin typeface="Calibri"/>
              </a:rPr>
              <a:t>Self-Contained XPBD — Multi-Env Upgrade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isaaclab_newton/solvers/xpbd_rod_solver.py — feature parity with Newton's xpbd_rod batched path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9144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4F7A00"/>
                </a:solidFill>
                <a:latin typeface="Calibri"/>
              </a:rPr>
              <a:t>Batched data + kernels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48840"/>
            <a:ext cx="576072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202020"/>
                </a:solidFill>
                <a:latin typeface="Calibri"/>
              </a:rPr>
              <a:t>•  _BatchedWorkspace: concatenated GPU buffers for E rods (positions / orientations / velocities / Jacobians / blocks / λ)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202020"/>
                </a:solidFill>
                <a:latin typeface="Calibri"/>
              </a:rPr>
              <a:t>•  11 batched kernel variants: predict_pos/rot, integrate_pos/rot, prepare_compliance, update_constraints, compute_jacobians, inv_inertia, assemble_jmjt, block_thomas, compute_corrections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202020"/>
                </a:solidFill>
                <a:latin typeface="Calibri"/>
              </a:rPr>
              <a:t>•  Block-Thomas direct solve: 1 GPU thread per rod → cost scales with edges_per_rod, not num_envs × edges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202020"/>
                </a:solidFill>
                <a:latin typeface="Calibri"/>
              </a:rPr>
              <a:t>•  Per-env material parameters: Young's modulus, torsion modulus, gravity, inverse-inertia diag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202020"/>
                </a:solidFill>
                <a:latin typeface="Calibri"/>
              </a:rPr>
              <a:t>•  Index arrays: rod_offsets / edge_offsets / particle_rod_id / edge_rod_id (built once at construction)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4F7A00"/>
                </a:solidFill>
                <a:latin typeface="Calibri"/>
              </a:rPr>
              <a:t>GPU-side control + diagnostics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48840"/>
            <a:ext cx="548640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202020"/>
                </a:solidFill>
                <a:latin typeface="Calibri"/>
              </a:rPr>
              <a:t>•  apply_proximal_control_gpu(push_v[:E], rotate_v[:E], dt) — single Warp launch, no CPU sync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202020"/>
                </a:solidFill>
                <a:latin typeface="Calibri"/>
              </a:rPr>
              <a:t>•  set_root_orientation(env_idx, q) — single-thread launch; safe inside CUDA graph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202020"/>
                </a:solidFill>
                <a:latin typeface="Calibri"/>
              </a:rPr>
              <a:t>•  Floor collision now supports restitution (0 = inelastic, 1 = perfectly elastic)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202020"/>
                </a:solidFill>
                <a:latin typeface="Calibri"/>
              </a:rPr>
              <a:t>•  step() captures the entire substep loop into a CUDA graph the first call; replays via wp.capture_launch (~zero CPU overhead)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202020"/>
                </a:solidFill>
                <a:latin typeface="Calibri"/>
              </a:rPr>
              <a:t>•  max_delta_lambda diagnostic written via wp.atomic_max for convergence monitoring across all envs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202020"/>
                </a:solidFill>
                <a:latin typeface="Calibri"/>
              </a:rPr>
              <a:t>•  Backward-compatible single-env path preserved (~1,300 Hz, 20 segments, A6000)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1146017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Calibri"/>
              </a:rPr>
              <a:t>Smoke-tested: num_envs=8 step + apply_proximal_control_gpu + set_root_orientation all pass; positions tensor returns (num_envs, num_points, 3) when batched, (num_points, 3) when single-env.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NVIDIA Healthcare — Holoscan Team   ·   9 / 35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X-Ray–Guided Robotic Catheter Intervention — Isaac for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7315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NVIDIA Healthcare — Holoscan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4F7A00"/>
                </a:solidFill>
                <a:latin typeface="Calibri"/>
              </a:rPr>
              <a:t>Fluoroscopy Rendering — Three Compositing Paths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9144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554480"/>
          <a:ext cx="11460174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1238"/>
                <a:gridCol w="5730087"/>
                <a:gridCol w="3208849"/>
              </a:tblGrid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Path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Compositing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Performance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Slang GPU (unified loop)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Fused volume + catheter Beer-Lambert in single GPU ray march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~25 FPS @ 512×512 (A6000)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CPU Beer-Lambert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Per-segment cylinder chord → attenuation map → I = I_DRR × exp(−atten) + scatter + PSF + Poisson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~2–5 FPS (NumPy)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Isaac Lab 3D USD quad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DRR backdrop + capsule markers in Omniverse viewport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Real-time (RTX)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4846320"/>
            <a:ext cx="11460175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4F7A00"/>
                </a:solidFill>
                <a:latin typeface="Calibri"/>
              </a:rPr>
              <a:t>Key property: Beer-Lambert is multiplicative — catheter attenuates rather than occludes, with smooth sub-pixel cylinder edges and depth-correct self-crossings.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NVIDIA Healthcare — Holoscan Team   ·   10 / 35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X-Ray–Guided Robotic Catheter Intervention — Isaac for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7315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NVIDIA Healthcare — Holoscan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4F7A00"/>
                </a:solidFill>
                <a:latin typeface="Calibri"/>
              </a:rPr>
              <a:t>Beer-Lambert Detector Physics Chain (CPU path)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9144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554480"/>
          <a:ext cx="11460174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7610"/>
                <a:gridCol w="5730087"/>
                <a:gridCol w="5042477"/>
              </a:tblGrid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Attenuation map: t(d) = 2√(r² − d²) per segment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Exact cylinder chord thickness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I_final = I_DRR × exp(−atten_map)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Beer-Lambert transmission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Veiling glare: σ=18 px Gaussian, 3% re-add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X-ray scatter in tissue + housing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Detector PSF: σ=0.7 px Gaussian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CsI scintillator finite resolution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Poisson noise @ 2000 photons/px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Low-dose pulsed fluoroscopy statistics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5212080"/>
            <a:ext cx="11460175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Per-segment 5-zone profile: tungsten markers (μ=3.0) → nitinol braid (μ=0.8) → transition → soft polymer (μ=0.15) → platinum tip (μ=5.0).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NVIDIA Healthcare — Holoscan Team   ·   11 / 35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X-Ray–Guided Robotic Catheter Intervention — Isaac for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7315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NVIDIA Healthcare — Holoscan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4F7A00"/>
                </a:solidFill>
                <a:latin typeface="Calibri"/>
              </a:rPr>
              <a:t>DSA Pipeline &amp; Bolus Dynamics — Implemented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fluorosim/dsa.py + fluorosim/vasculature.py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9144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4F7A00"/>
                </a:solidFill>
                <a:latin typeface="Calibri"/>
              </a:rPr>
              <a:t>DSA Pipeline (DSAPipeline.render_dsa_frame)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566928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202020"/>
                </a:solidFill>
                <a:latin typeface="Calibri"/>
              </a:rPr>
              <a:t>•  Step 1–2: render mask DRR + contrast DRR at same pose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202020"/>
                </a:solidFill>
                <a:latin typeface="Calibri"/>
              </a:rPr>
              <a:t>•  Step 3: scatter convolution applied to both (Gaussian σ_s)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202020"/>
                </a:solidFill>
                <a:latin typeface="Calibri"/>
              </a:rPr>
              <a:t>•  Step 4: independent Poisson + Gaussian noise per DRR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202020"/>
                </a:solidFill>
                <a:latin typeface="Calibri"/>
              </a:rPr>
              <a:t>•  Step 5: misregistration jitter (sub-pixel shift) on mask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202020"/>
                </a:solidFill>
                <a:latin typeface="Calibri"/>
              </a:rPr>
              <a:t>•  Step 6: subtract  diff = contrast − mask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202020"/>
                </a:solidFill>
                <a:latin typeface="Calibri"/>
              </a:rPr>
              <a:t>•  Step 7: contrast boost (k=20) → gamma (γ=0.8) → normalize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202020"/>
                </a:solidFill>
                <a:latin typeface="Calibri"/>
              </a:rPr>
              <a:t>•  Plus render_dsa_sequence() for temporal cine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4F7A00"/>
                </a:solidFill>
                <a:latin typeface="Calibri"/>
              </a:rPr>
              <a:t>Bolus Dynamics (vasculature.py)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548640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202020"/>
                </a:solidFill>
                <a:latin typeface="Calibri"/>
              </a:rPr>
              <a:t>•  extract_centerlines: VMTK marching-cubes + network extraction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202020"/>
                </a:solidFill>
                <a:latin typeface="Calibri"/>
              </a:rPr>
              <a:t>•  compute_arrival_map: Dijkstra travel-time over centerline graph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202020"/>
                </a:solidFill>
                <a:latin typeface="Calibri"/>
              </a:rPr>
              <a:t>•  gamma_variate(t, α, β): C(t) = (t/t_peak)^α · exp(α(1−t/t_peak))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202020"/>
                </a:solidFill>
                <a:latin typeface="Calibri"/>
              </a:rPr>
              <a:t>•  build_contrast_volume: μ(v,t) = μ_tissue + Δμ · C(t − T(v))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202020"/>
                </a:solidFill>
                <a:latin typeface="Calibri"/>
              </a:rPr>
              <a:t>•  apply_vessel_boost: μ × A=8 on vessel-masked voxels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202020"/>
                </a:solidFill>
                <a:latin typeface="Calibri"/>
              </a:rPr>
              <a:t>•  Wired into FluoroSimulator.render_cine via volume_callback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202020"/>
                </a:solidFill>
                <a:latin typeface="Calibri"/>
              </a:rPr>
              <a:t>•  Enables 150-frame @ 5 FPS = 30 s temporal DSA simulation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NVIDIA Healthcare — Holoscan Team   ·   12 / 35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X-Ray–Guided Robotic Catheter Intervention — Isaac for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7315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NVIDIA Healthcare — Holoscan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4F7A00"/>
                </a:solidFill>
                <a:latin typeface="Calibri"/>
              </a:rPr>
              <a:t>Volumetric Instrument Injection — Implemented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instrument-injection module — max-attenuation compositing on GPU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9144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4F7A00"/>
                </a:solidFill>
                <a:latin typeface="Calibri"/>
              </a:rPr>
              <a:t>Compositing Rule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5943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onsolas"/>
              </a:rPr>
              <a:t>μ_composited(v) = max(μ_anatomy(v), μ_instrument)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43200"/>
            <a:ext cx="566928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202020"/>
                </a:solidFill>
                <a:latin typeface="Calibri"/>
              </a:rPr>
              <a:t>•  Bone preserved: μ_bone &gt; μ_polymer → catheter behind bone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202020"/>
                </a:solidFill>
                <a:latin typeface="Calibri"/>
              </a:rPr>
              <a:t>•  Soft tissue replaced: μ_catheter &gt; μ_tissue → catheter visible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202020"/>
                </a:solidFill>
                <a:latin typeface="Calibri"/>
              </a:rPr>
              <a:t>•  Multi-instrument: densest material wins per voxel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202020"/>
                </a:solidFill>
                <a:latin typeface="Calibri"/>
              </a:rPr>
              <a:t>•  Implemented as wp.atomic_max — thread-safe parallel compositing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4F7A00"/>
                </a:solidFill>
                <a:latin typeface="Calibri"/>
              </a:rPr>
              <a:t>Instruments + Performance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0" y="2240280"/>
          <a:ext cx="5394959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1186891"/>
                <a:gridCol w="2050084"/>
              </a:tblGrid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Material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μ (mm⁻¹)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Use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Polymer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0.03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Catheter shaft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Nitinol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0.08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Guidewire / shaft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Stainless steel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Needle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Platinum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0.20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Marker bands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Tungsten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0.35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Radiopaque markers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Iodine contrast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0.05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DSA contrast agent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00800" y="4754880"/>
            <a:ext cx="539496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Kernels: paint_spheres_kernel + paint_cylinders_kernel (Warp)
Performance: ~2 ms / 64 catheter nodes / 512³ volume
(vs ~500 ms for the equivalent CPU painting loop)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NVIDIA Healthcare — Holoscan Team   ·   13 / 35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X-Ray–Guided Robotic Catheter Intervention — Isaac for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7315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NVIDIA Healthcare — Holoscan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4F7A00"/>
                </a:solidFill>
                <a:latin typeface="Calibri"/>
              </a:rPr>
              <a:t>C-arm Vendor Presets — Implemented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CarmGeometry classmethod factories — fluorosim/config.py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9144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920240"/>
          <a:ext cx="11460173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6459"/>
                <a:gridCol w="1604424"/>
                <a:gridCol w="1604424"/>
                <a:gridCol w="2750442"/>
                <a:gridCol w="1604424"/>
              </a:tblGrid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Vendor / Model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SDD (mm)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SID (mm)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Detector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Pixel (mm)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GE OEC 9900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1020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510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1024 × 1024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0.194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GE OEC Elite CFD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1150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575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1920 × 1920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0.154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GE Innova IGS 540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1200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750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2048 × 2048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0.200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Siemens Arcadis Avantic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1000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1024 × 1024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0.195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Siemens Cios Alpha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1100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550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1536 × 1536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0.178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Siemens Artis zee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1250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780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2480 × 1920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0.154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Philips BV Pulsera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990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495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1024 × 1024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0.200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Philips Azurion 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1240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780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2480 × 1920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0.154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Ziehm Vision RFD 3D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1000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1024 × 1024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0.194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6126480"/>
            <a:ext cx="1146017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4F7A00"/>
                </a:solidFill>
                <a:latin typeface="Consolas"/>
              </a:rPr>
              <a:t>Usage:  geometry = CarmGeometry.philips_azurion_7()   →   one-line agent-selectable preset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NVIDIA Healthcare — Holoscan Team   ·   14 / 35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X-Ray–Guided Robotic Catheter Intervention — Isaac for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7315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NVIDIA Healthcare — Holoscan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4F7A00"/>
                </a:solidFill>
                <a:latin typeface="Calibri"/>
              </a:rPr>
              <a:t>X-Ray Performance Baseline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9144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554480"/>
          <a:ext cx="11460174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8849"/>
                <a:gridCol w="2062831"/>
                <a:gridCol w="3208849"/>
                <a:gridCol w="2979645"/>
              </a:tblGrid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Current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Single-env physics FPS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&gt;1,000 Hz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~1,300 Hz (20 seg, A6000)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 Achieved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Slang GPU compositing (fused)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&lt;5 ms @ 512²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~40 ms (~25 FPS)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Single GPU ray march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CPU Beer-Lambert compositing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&lt;2 ms/frame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~200–500 ms/frame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NumPy; Warp port → 30+ FPS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Multi-env physics (batched XPBD)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&gt;60 Hz @ 512 envs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 Available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Batched block-Thomas + CUDA-graph capture; all 3 backends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Multi-env Slang rendering (batched)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&gt;60 Hz @ 512 envs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EF6C00"/>
                          </a:solidFill>
                          <a:latin typeface="Calibri"/>
                        </a:rPr>
                        <a:t>◐ </a:t>
                      </a:r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 ~25 FPS @ N=1; similar at N≤4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RWStructuredBuffer path live; Texture2DArray upgrade for N&gt;8 = Sprint 2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NVIDIA Healthcare — Holoscan Team   ·   15 / 35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X-Ray–Guided Robotic Catheter Intervention — Isaac for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7315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NVIDIA Healthcare — Holoscan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4F7A00"/>
                </a:solidFill>
                <a:latin typeface="Calibri"/>
              </a:rPr>
              <a:t>RL Training Pipeline (State-Based)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9144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554480"/>
          <a:ext cx="11460174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9645"/>
                <a:gridCol w="8480529"/>
              </a:tblGrid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Environment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Multi-env production solver, proximal push/rotate control, distance-to-target reward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RSL-RL wrapper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Standard VecEnv adapter for RSL-RL PPO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PPO config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Tuned hyperparameters for catheter navigation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Training entry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512 parallel environments, 1500 max iterations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Smoke test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Validates environment without RL dependencies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5212080"/>
            <a:ext cx="1146017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F6C00"/>
                </a:solidFill>
                <a:latin typeface="Calibri"/>
              </a:rPr>
              <a:t>State-based only today. Pixel/fluoroscopy observations land in Sprint 2+.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NVIDIA Healthcare — Holoscan Team   ·   16 / 35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377440"/>
            <a:ext cx="137160" cy="22860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1109441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34640"/>
            <a:ext cx="1109441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This Release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1109441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E0E0E0"/>
                </a:solidFill>
                <a:latin typeface="Calibri"/>
              </a:rPr>
              <a:t>Sprint 1 — features shipping now.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NVIDIA Healthcare — Holoscan Team   ·   17 / 35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X-Ray–Guided Robotic Catheter Intervention — Isaac for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7315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NVIDIA Healthcare — Holoscan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4F7A00"/>
                </a:solidFill>
                <a:latin typeface="Calibri"/>
              </a:rPr>
              <a:t>This Release — Completed Deliverables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Across IsaacLab catheter solver + i4h-sensor-simulation-internal fluoro-simulator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9144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874519"/>
          <a:ext cx="11460175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76105"/>
                <a:gridCol w="4584070"/>
              </a:tblGrid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Deliverable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Status / Location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Beer-Lambert compositing (physically-correct transmission)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CPU + Slang GPU paths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Slang GPU fused DRR + catheter single ray march (depth-correct)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diffdrr_slang.slang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Per-segment attenuation profile (5-zone catheter model)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Implemented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Cone-beam magnification of projected catheter radius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Implemented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Detector physics: Poisson + scatter + PSF + gamma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realism.py apply_realism()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Misregistration jitter (sub-pixel patient motion)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realism.apply_misregistration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DSA pipeline (4-step: mask + contrast + subtract + post-process)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dsa.py DSAPipeline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Vessel boost (μ × A=8) on vessel-masked voxels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vasculature.apply_vessel_boost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VMTK centerline extraction + Dijkstra arrival map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vasculature.py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Gamma-variate bolus model + per-frame contrast volume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vasculature.gamma_variate / build_contrast_volume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Per-frame μ update in cine rendering (volume_callback)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simulator.render_cine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Volumetric instrument injection (max-attenuation, GPU)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instrument-injection (Warp atomic_max)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9 vendor C-arm presets (GE, Siemens, Philips, Ziehm)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CarmGeometry classmethods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Differentiable rendering (Slang autodiff, 6-DOF pose gradients)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renderDRR_backward kernel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Proximal kinematic control API (push / rotate)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Implemented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Self-contained XPBD: multi-env batched kernels (1 GPU thread / rod)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xpbd_rod_solver.py _BatchedWorkspace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GPU-side root control: apply_proximal_control_gpu + set_root_orientation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CUDA-graph capturable, no CPU sync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CUDA-graph capture for the substep loop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Auto-captured / replayed in step()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Floor collision restitution (0..1)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Parity with Newton upstream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RL state-based training pipeline (PPO @ 512 envs)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Implemented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Multi-env Slang fluoroscopy renderer (batched GPU dispatch)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renderDRR_forward_batched, StructuredBuffer&lt;Pose/CatheterSegment&gt;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Newton XPBD wrapper: multi-env unlocked (num_envs restriction removed)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newton_xpbd_rod_wrapper.py — uses Newton _BatchedRodWorkspace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E2E workflow validated: catheter motion visible in Beer-Lambert + Slang renders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35 mm traversal, correct Beer-Lambert polarity, NiTi μ_profile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XPBDRodSolver: pre/post-constraint hooks (_pre/_post_constraints_hook)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Extension points added to _substep + _substep_batched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XCathRodSolver: vessel mesh collision (SDF BVH path)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xcath_rod_solver.py — _project_vessel_containment_kernel (wp.mesh_query_point_sign_normal)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XCathRodSolver: AABB/edge collision path (vertex + segment vs mesh-edge)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_project_mesh_vertex/edge_collision_kernel_averaged (wp.mesh_query_aabb)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XCathRodSolver: track-guided insertion + configurable collision ordering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_track_sliding_kernel; pre/post-constraint stage; Gauss-Seidel iterations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E2E vessel collision validation: catheter constrained in synthetic aortic tube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docs/e2e_vessel/ — tip follows vessel Z-undulation under gravity + push control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NVIDIA Healthcare — Holoscan Team   ·   18 / 35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X-Ray–Guided Robotic Catheter Intervention — Isaac for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7315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NVIDIA Healthcare — Holoscan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4F7A00"/>
                </a:solidFill>
                <a:latin typeface="Calibri"/>
              </a:rPr>
              <a:t>This Release — Closed Gaps vs XCATH Requirements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9144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554480"/>
          <a:ext cx="11460174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3273"/>
                <a:gridCol w="2521238"/>
                <a:gridCol w="4125663"/>
              </a:tblGrid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Before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This Release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Catheter Beer-Lambert compositing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Fused GPU + CPU path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Per-segment attenuation profile (5-zone)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tungsten / nitinol / polymer / platinum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Detector physics (Poisson + scatter + PSF)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realism.py apply_realism()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DSA pipeline (4-step: contrast / mask / subtract / post)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dsa.py DSAPipeline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Vessel boost (μ × A=8)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vasculature.apply_vessel_boost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Bolus dynamics — gamma-variate C(t) + per-frame μ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build_contrast_volume + render_cine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VMTK centerline + Dijkstra arrival map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extract_centerlines + compute_arrival_map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Gamma correction (γ=0.8 clinical display TF)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In RealismConfig + DSASettings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Physical scatter convolution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Partial (2D veiling only)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realism.apply_scatter (Gaussian)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Misregistration jitter (DSA mask motion)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realism.apply_misregistration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C-arm clinical presets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Partial (docstrings only)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9 vendor classmethod factories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Cone-beam magnification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Implemented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Per-frame μ update in cine rendering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render_cine(volume_callback=…)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Max-attenuation volumetric instrument injection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Warp atomic_max kernels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Fused GPU DRR + catheter (single ray march)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NEW capability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State-based RL pipeline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PPO @ 512 envs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Multi-env XPBD (self-contained solver)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Single env only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Batched block-Thomas, 1 GPU thread/rod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GPU-side proximal control (no CPU sync)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CPU-bridged via PyTorch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apply_proximal_control_gpu kernel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CUDA-graph capture of substep loop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Per-step launch overhead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Auto-captured in step()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Multi-env Slang fluoroscopy renderer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Single-env only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renderDRR_forward_batched (dispatchThreadID.z)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Newton XPBD wrapper multi-env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Single-env restriction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num_envs restriction removed; uses _BatchedRodWorkspace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E2E catheter motion in renders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Not validated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35 mm traversal, correct polarity, NiTi μ_profile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Vessel mesh collision (catheter-in-vessel containment)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Not implemented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XCathRodSolver: SDF BVH + AABB/edge + track guidance (xcath_rod_solver.py)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XPBD pre/post-constraint extension hooks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Single _project_predicted_positions hook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_pre/_post_constraints_hook in _substep + _substep_batched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E2E vessel collision validation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No anatomical constraint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Catheter tip follows vessel Z-undulation against gravity (docs/e2e_vessel/)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NVIDIA Healthcare — Holoscan Team   ·   19 / 35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X-Ray–Guided Robotic Catheter Intervention — Isaac for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7315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NVIDIA Healthcare — Holoscan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4F7A00"/>
                </a:solidFill>
                <a:latin typeface="Calibri"/>
              </a:rPr>
              <a:t>This Release — Genuinely Remaining Items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Items still missing after auditing IsaacLab + i4h-sensor-simulation-internal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9144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920240"/>
          <a:ext cx="11460175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5663"/>
                <a:gridCol w="2750442"/>
                <a:gridCol w="4584070"/>
              </a:tblGrid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Deliverable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Image-based RL observations (pixel obs)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B71C1C"/>
                          </a:solidFill>
                          <a:latin typeface="Calibri"/>
                        </a:rPr>
                        <a:t>✗ </a:t>
                      </a:r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 Not wired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Catheter env is state-only today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GPU-side detector physics (scatter / PSF / Poisson on Slang path)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EF6C00"/>
                          </a:solidFill>
                          <a:latin typeface="Calibri"/>
                        </a:rPr>
                        <a:t>◐ </a:t>
                      </a:r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 CPU only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Fine for offline data gen; needed for in-loop GPU training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Texture2DArray upgrade for Slang multi-env path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EF6C00"/>
                          </a:solidFill>
                          <a:latin typeface="Calibri"/>
                        </a:rPr>
                        <a:t>◐ </a:t>
                      </a:r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 RWStructuredBuffer only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Needed for cache-efficient rendering at N&gt;8 envs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Beam hardening (polyenergetic correction)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B71C1C"/>
                          </a:solidFill>
                          <a:latin typeface="Calibri"/>
                        </a:rPr>
                        <a:t>✗ </a:t>
                      </a:r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 Not implemented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Monoenergetic only — closes gap vs DeepDRR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Selective injection (hemisphere masking)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B71C1C"/>
                          </a:solidFill>
                          <a:latin typeface="Calibri"/>
                        </a:rPr>
                        <a:t>✗ </a:t>
                      </a:r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 Not implemented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Bilateral CTA → unilateral DSA realism gap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Realism evaluation metrics (FID / SSIM / vessel visibility)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B71C1C"/>
                          </a:solidFill>
                          <a:latin typeface="Calibri"/>
                        </a:rPr>
                        <a:t>✗ </a:t>
                      </a:r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 Not implemented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Needed for agent's iterative refinement loop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3D physics-based scatter (vs 2D Gaussian convolution)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EF6C00"/>
                          </a:solidFill>
                          <a:latin typeface="Calibri"/>
                        </a:rPr>
                        <a:t>◐ </a:t>
                      </a:r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 2D model only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Gaussian scatter approximation in place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NVIDIA Healthcare — Holoscan Team   ·   20 / 35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X-Ray–Guided Robotic Catheter Intervention — Isaac for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7315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NVIDIA Healthcare — Holoscan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4F7A00"/>
                </a:solidFill>
                <a:latin typeface="Calibri"/>
              </a:rPr>
              <a:t>Multi-Env Slang Renderer — COMPLETED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diffdrr_slang.slang + diffdrr_slang_renderer.py — batched GPU dispatch now live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9144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4F7A00"/>
                </a:solidFill>
                <a:latin typeface="Calibri"/>
              </a:rPr>
              <a:t>Slang shader changes (diffdrr_slang.slang)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48840"/>
            <a:ext cx="5760720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202020"/>
                </a:solidFill>
                <a:latin typeface="Calibri"/>
              </a:rPr>
              <a:t>•  [OK] renderDRR_forward_batched: [CudaKernel] uint3 dispatchThreadID (z = envIdx)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202020"/>
                </a:solidFill>
                <a:latin typeface="Calibri"/>
              </a:rPr>
              <a:t>•  [OK] StructuredBuffer&lt;Pose&gt; poses — one pose per env; indexed by dispatchThreadID.z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202020"/>
                </a:solidFill>
                <a:latin typeface="Calibri"/>
              </a:rPr>
              <a:t>•  [OK] StructuredBuffer&lt;CatheterSegment&gt; + StructuredBuffer&lt;int&gt; offsets + counts — concatenated batch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202020"/>
                </a:solidFill>
                <a:latin typeface="Calibri"/>
              </a:rPr>
              <a:t>•  [OK] catheterAttenuation_slice / rayMarchWithCatheterSlice helpers for per-env buffer slicing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202020"/>
                </a:solidFill>
                <a:latin typeface="Calibri"/>
              </a:rPr>
              <a:t>•  [OK] Output: flat RWStructuredBuffer&lt;float&gt; at envIdx × H × W + y × W + x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202020"/>
                </a:solidFill>
                <a:latin typeface="Calibri"/>
              </a:rPr>
              <a:t>•  Known limit: RWStructuredBuffer&lt;float&gt; vs RWTexture2D — texture cache miss at large N; Texture2DArray upgrade = Sprint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4F7A00"/>
                </a:solidFill>
                <a:latin typeface="Calibri"/>
              </a:rPr>
              <a:t>Python wrapper (diffdrr_slang_renderer.py)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48840"/>
            <a:ext cx="5486400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202020"/>
                </a:solidFill>
                <a:latin typeface="Calibri"/>
              </a:rPr>
              <a:t>•  [OK] SlangDiffDRRRenderer(num_envs=N) — backward-compatible (num_envs=1 unchanged)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202020"/>
                </a:solidFill>
                <a:latin typeface="Calibri"/>
              </a:rPr>
              <a:t>•  [OK] render_batch(poses) + render_batch_with_catheter(poses, catheters) APIs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202020"/>
                </a:solidFill>
                <a:latin typeface="Calibri"/>
              </a:rPr>
              <a:t>•  [OK] Lazy persistent GPU buffers: _ensure_batch_buffers() — no realloc when N is stable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202020"/>
                </a:solidFill>
                <a:latin typeface="Calibri"/>
              </a:rPr>
              <a:t>•  [OK] _upload_poses / _upload_catheters: in-place copy_from_numpy (no new allocation per frame)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202020"/>
                </a:solidFill>
                <a:latin typeface="Calibri"/>
              </a:rPr>
              <a:t>•  [OK] _readback_batch: to_numpy().view(np.float32) — correct typed readback from RWStructuredBuffer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202020"/>
                </a:solidFill>
                <a:latin typeface="Calibri"/>
              </a:rPr>
              <a:t>•  [OK] Smoke-tested: 15/15 tests pass across 1→32 envs, with and without catheter, mixed batches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1146017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Calibri"/>
              </a:rPr>
              <a:t>[OK] COMPLETED — batched Slang multi-env rendering is live and smoke-tested. Performance parity with serial path at N≤4; Texture2DArray upgrade improves cache efficiency at N&gt;8 (Sprint 2).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NVIDIA Healthcare — Holoscan Team   ·   21 / 35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X-Ray–Guided Robotic Catheter Intervention — Isaac for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7315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NVIDIA Healthcare — Holoscan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4F7A00"/>
                </a:solidFill>
                <a:latin typeface="Calibri"/>
              </a:rPr>
              <a:t>End-to-End Workflow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Physics + Beer-Lambert compositing + Slang GPU fused render — all stages confirmed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9144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4F7A00"/>
                </a:solidFill>
                <a:latin typeface="Calibri"/>
              </a:rPr>
              <a:t>Pipeline stages validated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48840"/>
            <a:ext cx="576072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202020"/>
                </a:solidFill>
                <a:latin typeface="Calibri"/>
              </a:rPr>
              <a:t>•  [OK] Stage 2: Production RodSolver + CPU Beer-Lambert AP view — catheter advances 35 mm across cranial anatomy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202020"/>
                </a:solidFill>
                <a:latin typeface="Calibri"/>
              </a:rPr>
              <a:t>•  [OK] Stage 3: XPBDRodSolver (self-contained, CUDA graphs) + Beer-Lambert — tip traverses 35 mm in 1 s simulation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202020"/>
                </a:solidFill>
                <a:latin typeface="Calibri"/>
              </a:rPr>
              <a:t>•  [OK] Stage 4: Production RodSolver dual AP + Lateral views — same catheter trajectory visible in both projections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202020"/>
                </a:solidFill>
                <a:latin typeface="Calibri"/>
              </a:rPr>
              <a:t>•  [OK] Stage 5: Multi-env XPBD (4 envs, separate solvers) — tip position traces diverge as push velocity differs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202020"/>
                </a:solidFill>
                <a:latin typeface="Calibri"/>
              </a:rPr>
              <a:t>•  [OK] Stage 6: Pure Slang DRR at 4 C-arm angles (AP / LAO 30° / Lateral / RAO 30°) with real cranial CT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202020"/>
                </a:solidFill>
                <a:latin typeface="Calibri"/>
              </a:rPr>
              <a:t>•  [OK] Stage 7: Slang GPU fused volume + XPBD catheter — catheter enters right FOV edge, advances 34 mm leftward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4F7A00"/>
                </a:solidFill>
                <a:latin typeface="Calibri"/>
              </a:rPr>
              <a:t>Key fixes applied during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48840"/>
            <a:ext cx="548640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202020"/>
                </a:solidFill>
                <a:latin typeface="Calibri"/>
              </a:rPr>
              <a:t>•  [OK] Beer-Lambert polarity: I_final = 1 − (1−I_bg) × t_catheter — catheter now bright white (radio-opaque)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202020"/>
                </a:solidFill>
                <a:latin typeface="Calibri"/>
              </a:rPr>
              <a:t>•  [OK] μ_profile calibrated: NiTi shaft 0.40 mm⁻¹ tapering to 0.03 mm⁻¹ at soft polymer tip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202020"/>
                </a:solidFill>
                <a:latin typeface="Calibri"/>
              </a:rPr>
              <a:t>•  [OK] Stage 7 centering: offset computed once at frame 0 — catheter moves through volume, not snaps back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202020"/>
                </a:solidFill>
                <a:latin typeface="Calibri"/>
              </a:rPr>
              <a:t>•  [OK] Duplicate PUSH_VEL constant found and removed — proximal control was silently overridden to 8 mm/s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202020"/>
                </a:solidFill>
                <a:latin typeface="Calibri"/>
              </a:rPr>
              <a:t>•  [OK] Catheter enters from right FOV edge at t=0; traverses anatomy leftward at 40 mm/s proximal push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202020"/>
                </a:solidFill>
                <a:latin typeface="Calibri"/>
              </a:rPr>
              <a:t>•  [OK] 30° Y-rotation applied consistently across Beer-Lambert + Slang stages for matching projection geometry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11460175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Output images: source/isaaclab_newton/docs/e2e_output_v2/  (s2–s7 stages, 22 frames total)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NVIDIA Healthcare — Holoscan Team   ·   22 / 35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X-Ray–Guided Robotic Catheter Intervention — Isaac for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7315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NVIDIA Healthcare — Holoscan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4F7A00"/>
                </a:solidFill>
                <a:latin typeface="Calibri"/>
              </a:rPr>
              <a:t>XCathRodSolver — Vessel Mesh Collision COMPLETED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xcath_rod_solver.py — ported from Newton xpbd_rods_solver_integr branch (Przemek Korzeniowski)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9144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02020"/>
                </a:solidFill>
                <a:latin typeface="Calibri"/>
              </a:rPr>
              <a:t>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40280"/>
            <a:ext cx="5760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4F7A00"/>
                </a:solidFill>
                <a:latin typeface="Courier New"/>
              </a:rPr>
              <a:t>XCathRodSolver(XPBDRodSolver)  </a:t>
            </a:r>
            <a:r>
              <a:rPr sz="1000">
                <a:solidFill>
                  <a:srgbClr val="202020"/>
                </a:solidFill>
                <a:latin typeface="Calibri"/>
              </a:rPr>
              <a:t>— Subclass — no changes to base solver interface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4F7A00"/>
                </a:solidFill>
                <a:latin typeface="Courier New"/>
              </a:rPr>
              <a:t>_pre_constraints_hook(ws, dt, dev)  </a:t>
            </a:r>
            <a:r>
              <a:rPr sz="1000">
                <a:solidFill>
                  <a:srgbClr val="202020"/>
                </a:solidFill>
                <a:latin typeface="Calibri"/>
              </a:rPr>
              <a:t>— Vessel containment before XPBD solve (optional)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4F7A00"/>
                </a:solidFill>
                <a:latin typeface="Courier New"/>
              </a:rPr>
              <a:t>_post_constraints_hook(ws, dt, dev)  </a:t>
            </a:r>
            <a:r>
              <a:rPr sz="1000">
                <a:solidFill>
                  <a:srgbClr val="202020"/>
                </a:solidFill>
                <a:latin typeface="Calibri"/>
              </a:rPr>
              <a:t>— Track guidance + vessel containment after XPBD solve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4F7A00"/>
                </a:solidFill>
                <a:latin typeface="Courier New"/>
              </a:rPr>
              <a:t>collision_mesh: wp.Mesh  </a:t>
            </a:r>
            <a:r>
              <a:rPr sz="1000">
                <a:solidFill>
                  <a:srgbClr val="202020"/>
                </a:solidFill>
                <a:latin typeface="Calibri"/>
              </a:rPr>
              <a:t>— Arbitrary closed triangle mesh (BVH auto-built by Warp)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4F7A00"/>
                </a:solidFill>
                <a:latin typeface="Courier New"/>
              </a:rPr>
              <a:t>track_start / track_dir / track_length  </a:t>
            </a:r>
            <a:r>
              <a:rPr sz="1000">
                <a:solidFill>
                  <a:srgbClr val="202020"/>
                </a:solidFill>
                <a:latin typeface="Calibri"/>
              </a:rPr>
              <a:t>— Insertion axis — non-tip particles snap to axis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4F7A00"/>
                </a:solidFill>
                <a:latin typeface="Courier New"/>
              </a:rPr>
              <a:t>tip_num_edges  </a:t>
            </a:r>
            <a:r>
              <a:rPr sz="1000">
                <a:solidFill>
                  <a:srgbClr val="202020"/>
                </a:solidFill>
                <a:latin typeface="Calibri"/>
              </a:rPr>
              <a:t>— Distal free-tip segment count (steerable, unconstrained)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4F7A00"/>
                </a:solidFill>
                <a:latin typeface="Courier New"/>
              </a:rPr>
              <a:t>collision_iterations  </a:t>
            </a:r>
            <a:r>
              <a:rPr sz="1000">
                <a:solidFill>
                  <a:srgbClr val="202020"/>
                </a:solidFill>
                <a:latin typeface="Calibri"/>
              </a:rPr>
              <a:t>— Gauss-Seidel passes per substep (default 2)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4F7A00"/>
                </a:solidFill>
                <a:latin typeface="Courier New"/>
              </a:rPr>
              <a:t>sign_scale / target_phi / max_dist  </a:t>
            </a:r>
            <a:r>
              <a:rPr sz="1000">
                <a:solidFill>
                  <a:srgbClr val="202020"/>
                </a:solidFill>
                <a:latin typeface="Calibri"/>
              </a:rPr>
              <a:t>— SDF convention, clearance offset, BVH search radius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02020"/>
                </a:solidFill>
                <a:latin typeface="Calibri"/>
              </a:rPr>
              <a:t>Two Collision Paths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40280"/>
            <a:ext cx="5394960" cy="37490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SDF path (default): wp.mesh_query_point_sign_normal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  → BVH signed-distance, ~O(log N) per particle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  → Push particle to target_phi clearance from wall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  → Supports smooth vertex normals (area-weighted)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AABB / edge path (use for tight curvature):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  → _project_mesh_vertex_collision_kernel_averaged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     AABB broadphase, vertex-vs-triangle contacts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  → _project_mesh_edge_collision_kernel_averaged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     Rod-segment vs mesh-edge closest-point contacts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  → Corrections flushed atomically per Gauss-Seidel iter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E2E validation: synthetic aortic tube (13 mm radius,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  Z-undulating path). Tip tracks vessel Z-curve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  against gravity (Δz = +2.7 mm over 40 mm push). 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8932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Base class XPBDRodSolver now exposes _pre/_post_constraints_hook in both _substep (single-env) and _substep_batched (multi-env) for future per-env mesh collision at 512+ envs.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NVIDIA Healthcare — Holoscan Team   ·   23 / 35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377440"/>
            <a:ext cx="137160" cy="22860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1109441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34640"/>
            <a:ext cx="1109441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Next Release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1109441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E0E0E0"/>
                </a:solidFill>
                <a:latin typeface="Calibri"/>
              </a:rPr>
              <a:t>Sprint 2 — Texture2DArray, multi-env vessel collision, image observations.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NVIDIA Healthcare — Holoscan Team   ·   24 / 35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X-Ray–Guided Robotic Catheter Intervention — Isaac for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7315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NVIDIA Healthcare — Holoscan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4F7A00"/>
                </a:solidFill>
                <a:latin typeface="Calibri"/>
              </a:rPr>
              <a:t>Next Release — X-Ray Sprint 2 (Weeks 3–4)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Theme: Image observations &amp; GPU detector physics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9144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11094415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Calibri"/>
              </a:rPr>
              <a:t>•  [OK] Multi-env Slang renderer COMPLETED — batched renderDRR_forward_batched dispatch is live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Calibri"/>
              </a:rPr>
              <a:t>•  [OK] Vessel mesh collision COMPLETED — XCathRodSolver: SDF BVH + AABB/edge path + track-guided insertion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Calibri"/>
              </a:rPr>
              <a:t>•  Texture2DArray upgrade for Slang path — improves texture cache hit rate at N&gt;8 envs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Calibri"/>
              </a:rPr>
              <a:t>•  Multi-env vessel collision — extend XCathRodSolver to _substep_batched (one mesh per env)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Calibri"/>
              </a:rPr>
              <a:t>•  Image-based RL observations — wire multi-env fluoroscopy frames into RL observation dict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Calibri"/>
              </a:rPr>
              <a:t>•  GPU-side detector physics — port scatter / PSF / Poisson from NumPy realism.py to Slang/Warp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Calibri"/>
              </a:rPr>
              <a:t>•  End-to-end multi-env benchmark: physics + rendering + RL @ 512 envs; target &gt;60 Hz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69280"/>
            <a:ext cx="11094415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Status today: all three XPBD backends are multi-env. Batched Slang renderer is live. Vessel mesh collision (single-env) is now implemented via XCathRodSolver. Remaining Sprint 2 items: Texture2DArray, multi-env vessel collision, image-based RL observations, and GPU-side detector physics.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NVIDIA Healthcare — Holoscan Team   ·   25 / 35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X-Ray–Guided Robotic Catheter Intervention — Isaac for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7315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NVIDIA Healthcare — Holoscan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4F7A00"/>
                </a:solidFill>
                <a:latin typeface="Calibri"/>
              </a:rPr>
              <a:t>Next Release — Phase 1 Fidelity Items (X-Ray)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Remaining simulation-fidelity work after current implementation 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9144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920240"/>
          <a:ext cx="11460174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4424"/>
                <a:gridCol w="9855750"/>
              </a:tblGrid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Effort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Deliverable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 DONE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Multi-env / batched Slang rendering — renderDRR_forward_batched + StructuredBuffer batch path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 DONE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Vessel mesh collision — XCathRodSolver (SDF BVH + AABB/edge + track-guided insertion, single-env)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~2 days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Texture2DArray upgrade — replace RWStructuredBuffer output with hardware-cached array for N&gt;8 envs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~2 days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Multi-env vessel collision — extend XCathRodSolver._pre/_post hooks to _substep_batched (one mesh per env)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~3 days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Image-based RL observations — pixel obs from fluoroscopy frames into obs dict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~3 days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GPU-side detector physics on Slang path (scatter / PSF / Poisson kernels)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~2 days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Beam hardening (polyenergetic correction)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~1 day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Selective injection (hemisphere masking) on top of bolus pipeline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~2 days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Realism evaluation module (FID, SSIM, vessel visibility metrics)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5577840"/>
            <a:ext cx="11460175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4F7A00"/>
                </a:solidFill>
                <a:latin typeface="Calibri"/>
              </a:rPr>
              <a:t>DSA, vessel boost, bolus dynamics, gamma, scatter, jitter, C-arm presets, and per-frame μ updates are already implemented in i4h-sensor-simulation-internal — the remaining work focuses on multi-env scaling and image-based RL.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NVIDIA Healthcare — Holoscan Team   ·   26 / 35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377440"/>
            <a:ext cx="137160" cy="22860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1109441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34640"/>
            <a:ext cx="1109441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Following Releases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1109441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E0E0E0"/>
                </a:solidFill>
                <a:latin typeface="Calibri"/>
              </a:rPr>
              <a:t>Sprint 3 + agentic workflow integration.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NVIDIA Healthcare — Holoscan Team   ·   27 / 35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X-Ray–Guided Robotic Catheter Intervention — Isaac for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7315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NVIDIA Healthcare — Holoscan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4F7A00"/>
                </a:solidFill>
                <a:latin typeface="Calibri"/>
              </a:rPr>
              <a:t>Sprint 3 — Training Readiness (Weeks 5–6)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X-Ray catheter navigation policy training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9144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11094415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Calibri"/>
              </a:rPr>
              <a:t>•  Domain randomization — C-arm angles, attenuation, photon count, scatter parameters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Calibri"/>
              </a:rPr>
              <a:t>•  Gymnasium wrapper — standard RL ecosystem compatibility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Calibri"/>
              </a:rPr>
              <a:t>•  Per-task CUDA-graph variants — separate graphs for sub-batches with mixed materials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Calibri"/>
              </a:rPr>
              <a:t>•  Image-based observations — fluoroscopy frames as RL inputs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Calibri"/>
              </a:rPr>
              <a:t>•  Automated pytest suite — regression coverage for solver + compositing + renderer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NVIDIA Healthcare — Holoscan Team   ·   28 / 35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X-Ray–Guided Robotic Catheter Intervention — Isaac for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7315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NVIDIA Healthcare — Holoscan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4F7A00"/>
                </a:solidFill>
                <a:latin typeface="Calibri"/>
              </a:rPr>
              <a:t>Agentic Workflow — Phase 2 (Skill Packaging)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Each pipeline stage wrapped as a portable OpenClaw / NemoClaw Skill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9144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920240"/>
          <a:ext cx="11460174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9645"/>
                <a:gridCol w="8480529"/>
              </a:tblGrid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Skill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patient-digital-twin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CTA → μ volume + vessel mask + centerline + arrival map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catheter-physics-sim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Newton rod solver + compositing config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sensor-sim-xray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DRR / DSA / vessel-boost rendering modes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dataset-creation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Paired HDF5/WebDataset (frames + pose + GT)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reward-function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RL reward configuration (target, contact, dose, progress, success)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policy-training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IL (GR00T-H) → RL (PPO/SAC) → SIL evaluation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evaluation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Success rate, navigation time, contact force, FID, registration accuracy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NVIDIA Healthcare — Holoscan Team   ·   29 / 35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X-Ray–Guided Robotic Catheter Intervention — Isaac for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7315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NVIDIA Healthcare — Holoscan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4F7A00"/>
                </a:solidFill>
                <a:latin typeface="Calibri"/>
              </a:rPr>
              <a:t>Agentic Workflow — Phase 3 (Agent Integration)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9144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554480"/>
          <a:ext cx="11460174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017"/>
                <a:gridCol w="10314157"/>
              </a:tblGrid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Week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Deliverable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5–6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Skill discovery &amp; chaining — parse skill definitions, resolve I/O dependencies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Natural language → config mapping — "use Philips Azurion, DSA mode" → YAML overrides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6–7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Iterative refinement loop — agent runs evaluation, analyzes metrics, proposes changes, re-runs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Slack / IDE integration — agent posts progress, visualizations, and final reports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5120640"/>
            <a:ext cx="1146017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4F7A00"/>
                </a:solidFill>
                <a:latin typeface="Calibri"/>
              </a:rPr>
              <a:t>Outcome: experiment cycle compresses from weeks → hours, with the agent running continuously.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NVIDIA Healthcare — Holoscan Team   ·   30 / 35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X-Ray–Guided Robotic Catheter Intervention — Isaac for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7315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NVIDIA Healthcare — Holoscan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4F7A00"/>
                </a:solidFill>
                <a:latin typeface="Calibri"/>
              </a:rPr>
              <a:t>Following Releases — Remaining Capability Gaps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Genuinely-missing items after auditing IsaacLab + i4h-sensor-simulation-internal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9144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920240"/>
          <a:ext cx="11460175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5663"/>
                <a:gridCol w="3208849"/>
                <a:gridCol w="4125663"/>
              </a:tblGrid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Missing Feature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Owning Skill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Why It Matters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Texture2DArray for Slang multi-env path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sensor-sim-xray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Cache-efficient rendering at N&gt;8 envs (RWStructuredBuffer path live)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Image-based RL observations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reward-function, policy-training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Image-guided policies (env is state-only today)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GPU-side detector physics on Slang path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sensor-sim-xray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In-loop GPU training without CPU readback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Beam hardening (polyenergetic)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sensor-sim-xray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Closes realism gap vs DeepDRR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Selective injection (hemisphere masking)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patient-digital-twin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Bilateral CTA → unilateral DSA realism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Realism metrics (FID, SSIM, vessel visibility)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evaluation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Quantitative loop for iterative refinement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3D physics-based scatter (vs 2D Gaussian)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sensor-sim-xray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Higher-fidelity scatter halo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5532120"/>
            <a:ext cx="11460175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Calibri"/>
              </a:rPr>
              <a:t>DSA, vessel boost, bolus tracking, per-frame μ update, max-attenuation volume compositing, C-arm presets, gamma, scatter convolution, misregistration jitter, multi-env Slang renderer, Newton wrapper multi-env, E2E workflow validation, and vessel mesh collision (XCathRodSolver) — all closed in this release.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NVIDIA Healthcare — Holoscan Team   ·   31 / 35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377440"/>
            <a:ext cx="137160" cy="22860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1109441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Calibri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34640"/>
            <a:ext cx="1109441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Workflow Enhancements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1109441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E0E0E0"/>
                </a:solidFill>
                <a:latin typeface="Calibri"/>
              </a:rPr>
              <a:t>Adjacent capabilities augmenting the X-Ray catheter workflow.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NVIDIA Healthcare — Holoscan Team   ·   32 / 35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X-Ray–Guided Robotic Catheter Intervention — Isaac for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7315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NVIDIA Healthcare — Holoscan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4F7A00"/>
                </a:solidFill>
                <a:latin typeface="Calibri"/>
              </a:rPr>
              <a:t>Workflow Enhancements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Capabilities that further augment the X-Ray catheter intervention workflow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9144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920240"/>
          <a:ext cx="11460174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9645"/>
                <a:gridCol w="1375221"/>
                <a:gridCol w="2979645"/>
                <a:gridCol w="4125663"/>
              </a:tblGrid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Priority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Integration Effort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Why It Matters for X-Ray Catheter Workflow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Texture2DArray upgrade (Slang multi-env)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~2 days — replace RWStructuredBuffer output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Improves texture cache hit rate at N&gt;8; batched path is live at N≤4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Image-based RL observations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~3 days — wire pixels → obs dict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Enables image-guided policies; current env is state-only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Force / Torque sensing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Low — data already in collision solver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Safety reward signal; tip-force penalty for vessel perforation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Beam hardening (polyenergetic)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Moderate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Closes realism gap vs DeepDRR; improves sim-to-real transfer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GPU-side detector physics on Slang path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~3 days — Warp/Slang kernels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Avoids CPU readback in the in-loop training pipeline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FID / SSIM / vessel-visibility realism metrics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~2 days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Closes the agent's iterative refinement loop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CBCT reconstruction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Low–Medium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Moderate — batched DRR + FDK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Intra-procedural 3D imaging; reuses existing GPU ray-caster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NVIDIA Healthcare — Holoscan Team   ·   33 / 35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X-Ray–Guided Robotic Catheter Intervention — Isaac for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7315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NVIDIA Healthcare — Holoscan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4F7A00"/>
                </a:solidFill>
                <a:latin typeface="Calibri"/>
              </a:rPr>
              <a:t>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9144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2545003" cy="45720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00200"/>
            <a:ext cx="254500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03120"/>
            <a:ext cx="2545003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X-Ray fluoroscopy pipeline implemented end-to-end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Fused GPU Beer-Lambert at ~25 FPS, physics ~1,300 Hz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DSA + bolus + vessel boost + 9 vendor C-arm presets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Volumetric instrument injection (atomic-max, ~2 ms)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State-based PPO @ 512 envs operational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47923" y="1554480"/>
            <a:ext cx="2545003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7923" y="1600200"/>
            <a:ext cx="254500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THIS RELEASE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7923" y="2103120"/>
            <a:ext cx="2545003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Full DSA pipeline (4-step) + temporal bolus dynamics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Detector physics: Poisson + scatter + PSF + gamma + jitter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Self-contained XPBD: batched + GPU control + CUDA graphs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Multi-env Slang renderer: renderDRR_forward_batched live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Newton XPBD wrapper: multi-env unlocked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E2E validated: 35 mm catheter traversal in Slang renders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Vessel mesh collision: XCathRodSolver (SDF BVH + AABB/edge + track)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21+ XCATH-required capabilities CLOSED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30087" y="1554480"/>
            <a:ext cx="2545003" cy="45720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30087" y="1600200"/>
            <a:ext cx="254500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NEXT RELEASE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30087" y="2103120"/>
            <a:ext cx="2545003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Texture2DArray upgrade (N&gt;8 env cache efficiency)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Multi-env vessel collision (one mesh per env)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Image-based RL observations (pixel obs)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GPU-side detector physics on Slang path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Beam hardening (polyenergetic correction)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251" y="1554480"/>
            <a:ext cx="2545003" cy="457200"/>
          </a:xfrm>
          <a:prstGeom prst="rect">
            <a:avLst/>
          </a:prstGeom>
          <a:solidFill>
            <a:srgbClr val="4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251" y="1600200"/>
            <a:ext cx="254500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FOLLOWING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251" y="2103120"/>
            <a:ext cx="2545003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Sprint 3 training readiness (DR, Gymnasium, per-task graphs)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Phase 2 skill packaging (7 OpenClaw skills)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Phase 3 agent integration (NL → config → eval loop)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Realism metrics (FID / SSIM / vessel visibility)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Workflow extensions: F/T, CBCT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NVIDIA Healthcare — Holoscan Team   ·   34 / 35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109441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7200" b="1">
                <a:solidFill>
                  <a:srgbClr val="76B900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109441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X-Ray–Guided Robotic Catheter Intervention — Isaac for Healthcare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49039"/>
            <a:ext cx="1109441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0">
                <a:solidFill>
                  <a:srgbClr val="E0E0E0"/>
                </a:solidFill>
                <a:latin typeface="Calibri"/>
              </a:rPr>
              <a:t>NVIDIA Healthcare — Holoscan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